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EXTRACTION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194560" cy="13716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silent failure: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missing rows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problems with AI document reading. One of them is never caught.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PROBLEMS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sentence each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11064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6C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2801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GARBLED SCAN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55448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scanner garbles the page, the AI reads garbage — no amount of clever instructions fixes that.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11064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22199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6C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14884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TABLES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242316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fall apart — the AI can't always tell which number belongs to which row.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11064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0906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6C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017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 ASK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329184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never agreed what we're asking for — say “the date” and the AI picks one of four dates.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1064240" cy="804672"/>
          </a:xfrm>
          <a:prstGeom prst="rect">
            <a:avLst/>
          </a:prstGeom>
          <a:solidFill>
            <a:srgbClr val="1A1A1A"/>
          </a:solidFill>
          <a:ln w="12700">
            <a:solidFill>
              <a:srgbClr val="EE32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95935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3886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ROWS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63040" y="416052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go missing quietly — six rebate tiers in the document, five in our data, and nothing warns us.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663440"/>
            <a:ext cx="11064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82803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6C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475488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CONFIDENCE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63040" y="502920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wrong answer looks exactly like a right one — the AI never says “I'm not sure,” it just answers.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PICKED #4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error nobody sees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53949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63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FOUR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Eventually get caught.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in finance spots a wrong number.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customer complains.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report doesn't add up.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937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error. Visible correction.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394960" cy="438912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0" y="1280160"/>
            <a:ext cx="73152" cy="438912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463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MISSING ROW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never caught.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37960" y="23774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on the screen to look at.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looks complete.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trusts it.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4937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dangerous. Nobody watching.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steps, easiest first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35204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3520440" cy="73152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Ask the data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check itself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Continuity rules. No AI.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51960" y="1371600"/>
            <a:ext cx="35204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1371600"/>
            <a:ext cx="3520440" cy="73152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691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26280" y="2331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our own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papers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26280" y="39319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docs with a known answer key.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55280" y="1371600"/>
            <a:ext cx="35204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371600"/>
            <a:ext cx="3520440" cy="73152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691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0" y="2331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 twice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 compare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29600" y="39319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methods. Capture-recapture estimate.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Ask the data to check itself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Rebate tiers have to connect end to end.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tier 3 stops at 5,000 units and the next one starts at 8,000, something is missing from the middle.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43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– 2,000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37560" y="25603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743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2,001 – 5,000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26480" y="2560320"/>
            <a:ext cx="2606040" cy="1554480"/>
          </a:xfrm>
          <a:prstGeom prst="rect">
            <a:avLst/>
          </a:prstGeom>
          <a:solidFill>
            <a:srgbClr val="080808"/>
          </a:solidFill>
          <a:ln w="12700">
            <a:solidFill>
              <a:srgbClr val="EE32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743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5,001 – 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915400" y="2560320"/>
            <a:ext cx="2606040" cy="1554480"/>
          </a:xfrm>
          <a:prstGeom prst="rect">
            <a:avLst/>
          </a:prstGeom>
          <a:solidFill>
            <a:srgbClr val="080808"/>
          </a:solidFill>
          <a:ln w="12700">
            <a:solidFill>
              <a:srgbClr val="EE32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2743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52560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8,000 – 12,000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989320"/>
            <a:ext cx="45720" cy="45720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989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  </a:t>
            </a:r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rule anyone can write. Runs instantly. Catches most cases. No AI involved.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our own test papers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20240" y="14813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Invent the document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20240" y="190195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rebate schedules where we chose the answers in advance.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718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20240" y="28529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 the system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20240" y="327355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them through extraction and count what came back.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3434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920240" y="42245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 against the key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920240" y="464515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know exactly how often rows go missing — and whether it gets worse on longer tables.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5989320"/>
            <a:ext cx="45720" cy="45720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989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  </a:t>
            </a:r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manual labelling. We wrote the answer key first.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 it twice and compare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methods. Compare what they found.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 rows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251960" y="178308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965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2377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 rows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7955280" y="1783080"/>
            <a:ext cx="3520440" cy="1965960"/>
          </a:xfrm>
          <a:prstGeom prst="rect">
            <a:avLst/>
          </a:prstGeom>
          <a:solidFill>
            <a:srgbClr val="080808"/>
          </a:solidFill>
          <a:ln w="12700">
            <a:solidFill>
              <a:srgbClr val="EE32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1965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83880" y="2377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 rows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 agree on 15, both are missing things. A standard formula — borrowed from how biologists count fish in a lake — estimates how many.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989320"/>
            <a:ext cx="45720" cy="45720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989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  </a:t>
            </a:r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Capture-recapture: N̂ ≈ (A × B) / overlap. Alert when a document looks incomplete.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194560" cy="13716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number instead of hope.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hoping nothing is missing, we get a number telling us how much is — and an alert when a specific document looks incomplete.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Silent Failure: Missing Rows</dc:title>
  <dc:subject>PptxGenJS Presentation</dc:subject>
  <dc:creator>Document QA</dc:creator>
  <cp:lastModifiedBy>Document QA</cp:lastModifiedBy>
  <cp:revision>1</cp:revision>
  <dcterms:created xsi:type="dcterms:W3CDTF">2026-09-22T02:12:24Z</dcterms:created>
  <dcterms:modified xsi:type="dcterms:W3CDTF">2026-09-22T02:12:24Z</dcterms:modified>
</cp:coreProperties>
</file>